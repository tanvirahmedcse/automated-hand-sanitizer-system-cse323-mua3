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Economica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71492E-60AE-4321-8C3D-008CFAC1D18D}">
  <a:tblStyle styleId="{E771492E-60AE-4321-8C3D-008CFAC1D1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Economica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Economica-italic.fntdata"/><Relationship Id="rId14" Type="http://schemas.openxmlformats.org/officeDocument/2006/relationships/font" Target="fonts/Economica-bold.fntdata"/><Relationship Id="rId17" Type="http://schemas.openxmlformats.org/officeDocument/2006/relationships/font" Target="fonts/OpenSans-regular.fntdata"/><Relationship Id="rId16" Type="http://schemas.openxmlformats.org/officeDocument/2006/relationships/font" Target="fonts/Economica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6eade3c3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6eade3c3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6eade3c3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6eade3c3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6eade3c3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6eade3c3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eade3c3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6eade3c3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6eade3c3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6eade3c3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eade3c3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6eade3c3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8.jpg"/><Relationship Id="rId5" Type="http://schemas.openxmlformats.org/officeDocument/2006/relationships/image" Target="../media/image11.jpg"/><Relationship Id="rId6" Type="http://schemas.openxmlformats.org/officeDocument/2006/relationships/image" Target="../media/image1.gif"/><Relationship Id="rId7" Type="http://schemas.openxmlformats.org/officeDocument/2006/relationships/hyperlink" Target="https://github.com/AhmadSaheb007/Automated-Hand-Sanitizer-Syste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Automated 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Hand-Sanitizer System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2545575" y="1361750"/>
            <a:ext cx="3923400" cy="10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Shadman Ahmad Abeer 2121835642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Tanvir Ahmed 2031105642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Shakil Mahmud Resvy 2014319042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2205900" y="2619075"/>
            <a:ext cx="4732200" cy="21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16"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endParaRPr sz="351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Faculty: Dr. Mosabber Uddin Ahmed (MUA3)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Course: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CSE 323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.03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North South University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: Electrical and Computer Engineering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834825"/>
            <a:ext cx="8520600" cy="16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/>
              <a:t>The </a:t>
            </a:r>
            <a:r>
              <a:rPr lang="en" sz="2600"/>
              <a:t>Objective</a:t>
            </a:r>
            <a:r>
              <a:rPr lang="en" sz="2600"/>
              <a:t> of the project is to develop an </a:t>
            </a:r>
            <a:r>
              <a:rPr b="1" lang="en" sz="2600"/>
              <a:t>Automated Hand Sanitization System</a:t>
            </a:r>
            <a:r>
              <a:rPr lang="en" sz="2600"/>
              <a:t> </a:t>
            </a:r>
            <a:br>
              <a:rPr lang="en" sz="2600"/>
            </a:br>
            <a:r>
              <a:rPr lang="en" sz="2600"/>
              <a:t>via arduino uno, servo motor &amp; ultrasonic sensor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01850" y="408500"/>
            <a:ext cx="2669400" cy="6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4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31175" y="1101350"/>
            <a:ext cx="4242000" cy="3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400"/>
              <a:t>Setup: </a:t>
            </a:r>
            <a:r>
              <a:rPr lang="en" sz="1400"/>
              <a:t>HC-SR04 sensor is connected to Arduino pins 5 &amp; 6. The 180° servo (pin 9) moves the lever, and the 360° servo (pin 10) pumps sanitizer. All powered via Arduino cable with breadboard and jumper wires.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400"/>
              <a:t>Operation: </a:t>
            </a:r>
            <a:r>
              <a:rPr lang="en" sz="1400"/>
              <a:t>When a hand is within 15 cm, the 180° servo rotates the lever and the 360° servo pumps sanitizer, then reset when the hand moves away.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" sz="1400"/>
              <a:t>Programming: </a:t>
            </a:r>
            <a:r>
              <a:rPr lang="en" sz="1400"/>
              <a:t>Arduino reads sensor values and controls servos with delays to protect motors.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400"/>
              <a:t>Result: </a:t>
            </a:r>
            <a:r>
              <a:rPr lang="en" sz="1400"/>
              <a:t>Provides touchless, automated sanitizer dispensing for hygiene and safety.</a:t>
            </a:r>
            <a:endParaRPr sz="1400"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4547175" y="388400"/>
            <a:ext cx="2463000" cy="71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Elements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le:Arduino Uno - R3.jpg - Wikipedia" id="78" name="Google Shape;78;p15"/>
          <p:cNvPicPr preferRelativeResize="0"/>
          <p:nvPr/>
        </p:nvPicPr>
        <p:blipFill rotWithShape="1">
          <a:blip r:embed="rId3">
            <a:alphaModFix/>
          </a:blip>
          <a:srcRect b="11072" l="0" r="0" t="8515"/>
          <a:stretch/>
        </p:blipFill>
        <p:spPr>
          <a:xfrm>
            <a:off x="6967600" y="76500"/>
            <a:ext cx="1304985" cy="10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4515000" y="1090650"/>
            <a:ext cx="3879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Arduino Uno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Servo Motor Micro SG90 (180°)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Servo Motor Micro SG90 (360°)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Ultrasonic Sensor HC-SR04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Breadboard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Male-to-Male Jumper Wires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Male-to-Female Jumper Wires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Arduino USB Cable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Serial Monitor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4">
            <a:alphaModFix/>
          </a:blip>
          <a:srcRect b="15100" l="12661" r="9945" t="13501"/>
          <a:stretch/>
        </p:blipFill>
        <p:spPr>
          <a:xfrm>
            <a:off x="7943675" y="873750"/>
            <a:ext cx="1137476" cy="104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5"/>
          <p:cNvCxnSpPr/>
          <p:nvPr/>
        </p:nvCxnSpPr>
        <p:spPr>
          <a:xfrm>
            <a:off x="4526325" y="388400"/>
            <a:ext cx="0" cy="464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jumper wire conecctor isolated on white (Provided by Getty Images)"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99977">
            <a:off x="7308794" y="2264001"/>
            <a:ext cx="1625659" cy="1088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b isolated on white (Provided by Getty Images)" id="83" name="Google Shape;83;p15"/>
          <p:cNvPicPr preferRelativeResize="0"/>
          <p:nvPr/>
        </p:nvPicPr>
        <p:blipFill rotWithShape="1">
          <a:blip r:embed="rId6">
            <a:alphaModFix/>
          </a:blip>
          <a:srcRect b="36532" l="31788" r="14450" t="0"/>
          <a:stretch/>
        </p:blipFill>
        <p:spPr>
          <a:xfrm>
            <a:off x="7822175" y="3998350"/>
            <a:ext cx="1170504" cy="921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sometric vector breadboard isolated on white background. (Provided by Getty Images)" id="84" name="Google Shape;8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4525" y="3870625"/>
            <a:ext cx="1531832" cy="1049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ltrasonic distance sensor electronic module (Clipping Path) on the white background (Provided by Getty Images)" id="85" name="Google Shape;85;p15"/>
          <p:cNvPicPr preferRelativeResize="0"/>
          <p:nvPr/>
        </p:nvPicPr>
        <p:blipFill rotWithShape="1">
          <a:blip r:embed="rId8">
            <a:alphaModFix/>
          </a:blip>
          <a:srcRect b="8124" l="0" r="0" t="14205"/>
          <a:stretch/>
        </p:blipFill>
        <p:spPr>
          <a:xfrm>
            <a:off x="4731900" y="3314725"/>
            <a:ext cx="1581599" cy="89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260875" y="3750850"/>
            <a:ext cx="3029100" cy="692700"/>
          </a:xfrm>
          <a:prstGeom prst="roundRect">
            <a:avLst>
              <a:gd fmla="val 6944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 txBox="1"/>
          <p:nvPr>
            <p:ph type="title"/>
          </p:nvPr>
        </p:nvSpPr>
        <p:spPr>
          <a:xfrm>
            <a:off x="235500" y="315925"/>
            <a:ext cx="3914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Code &amp; Images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6" title="IMG_676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075" y="81425"/>
            <a:ext cx="3586551" cy="450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IMG_6764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050" y="81425"/>
            <a:ext cx="1513352" cy="201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IMG_676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5050" y="2554873"/>
            <a:ext cx="1513352" cy="201781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6578850" y="4642300"/>
            <a:ext cx="182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Final Product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921225" y="2142388"/>
            <a:ext cx="13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Sensor Setup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921225" y="4572688"/>
            <a:ext cx="13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Motor Setup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silhouette of a cat with a tail in a black circle (Provided by Tenor)" id="98" name="Google Shape;9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925" y="1213875"/>
            <a:ext cx="1340999" cy="1340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260875" y="3750838"/>
            <a:ext cx="3029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AhmadSaheb007/Automated-Hand-Sanitizer-System: Automated Hand-Sanitizer System Using Arduino Uno R3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0" name="Google Shape;100;p16"/>
          <p:cNvCxnSpPr>
            <a:endCxn id="99" idx="0"/>
          </p:cNvCxnSpPr>
          <p:nvPr/>
        </p:nvCxnSpPr>
        <p:spPr>
          <a:xfrm>
            <a:off x="1775425" y="2554738"/>
            <a:ext cx="0" cy="119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315925"/>
            <a:ext cx="1926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Budget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" name="Google Shape;106;p17"/>
          <p:cNvGraphicFramePr/>
          <p:nvPr/>
        </p:nvGraphicFramePr>
        <p:xfrm>
          <a:off x="471625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{E771492E-60AE-4321-8C3D-008CFAC1D18D}</a:tableStyleId>
              </a:tblPr>
              <a:tblGrid>
                <a:gridCol w="1852250"/>
                <a:gridCol w="1058350"/>
                <a:gridCol w="1078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Quantity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Arduino Uno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1050 tk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Servo Motor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360 tk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Ultrasonic</a:t>
                      </a:r>
                      <a:r>
                        <a:rPr lang="en"/>
                        <a:t> Sensor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 tk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</a:t>
                      </a:r>
                      <a:r>
                        <a:rPr lang="en"/>
                        <a:t>umper </a:t>
                      </a:r>
                      <a:r>
                        <a:rPr lang="en"/>
                        <a:t>Wire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 tk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Breadboard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 tk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Sanitizer</a:t>
                      </a:r>
                      <a:r>
                        <a:rPr lang="en"/>
                        <a:t> Bottle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 tk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Miscellaneous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350 tk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2200 tk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" name="Google Shape;107;p17"/>
          <p:cNvSpPr txBox="1"/>
          <p:nvPr>
            <p:ph type="title"/>
          </p:nvPr>
        </p:nvSpPr>
        <p:spPr>
          <a:xfrm>
            <a:off x="4655100" y="315925"/>
            <a:ext cx="2641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882725" y="1147225"/>
            <a:ext cx="3264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sink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180 deg motor with 360 deg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motor.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Distance measurements with Ultrasonic sensor.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Alternative power source from battery.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ee Images : questions, question mark, quiz, confused, mysterious ..."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110975" y="2525825"/>
            <a:ext cx="2520724" cy="25207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Images : questions, question mark, quiz, confused, mysterious ..."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50" y="2525825"/>
            <a:ext cx="2520724" cy="2520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1521000" y="1484550"/>
            <a:ext cx="61020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Thank You For Your Time</a:t>
            </a:r>
            <a:endParaRPr sz="60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2178450" y="2860150"/>
            <a:ext cx="47871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Feel Free To Ask Any Questions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